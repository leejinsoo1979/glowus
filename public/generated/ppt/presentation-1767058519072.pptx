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자동화 프레젠테이션 제작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 영상 요약 및 PPT 자동 생성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4361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457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워크플로우: 주요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 유튜브에서 'AI 에이전트' 관련 영상 검색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 검색된 영상의 내용 자동 요약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3. 요약 내용을 기반으로 PPT 슬라이드 자동 생성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4. 생성된 PPT 슬라이드를 emotion5@gmail.com으로 자동 발송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영상 내용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에이전트의 정의 및 기능 설명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다양한 산업 분야에서의 AI 에이전트 활용 사례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에이전트 기술의 미래 전망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 슬라이드 제작을 위한 핵심 내용 선별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PPT 슬라이드 생성 및 이메일 발송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요약 내용을 기반으로 PPT 슬라이드 자동 생성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일관성 있는 템플릿 및 디자인 적용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emotion5@gmail.com으로 PPT 파일 자동 전송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수신 확인 및 오류 처리 기능 포함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및 기대 효과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시간 및 비용 절감 효과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프레젠테이션 제작 효율성 향상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반복적인 업무 부담 감소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에이전트 기술 발전 기여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GlowUS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 영상 요약 및 PPT 제작 자동화</dc:title>
  <dc:subject>유튜브 검색, 내용 요약, PPT 제작, 이메일 전송 자동화 파이프라인</dc:subject>
  <dc:creator>GlowUS AI</dc:creator>
  <cp:lastModifiedBy>GlowUS AI</cp:lastModifiedBy>
  <cp:revision>1</cp:revision>
  <dcterms:created xsi:type="dcterms:W3CDTF">2025-12-30T01:35:19Z</dcterms:created>
  <dcterms:modified xsi:type="dcterms:W3CDTF">2025-12-30T01:35:19Z</dcterms:modified>
</cp:coreProperties>
</file>