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스타트업 성공 전략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요소 집중 분석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4572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제품-시장 적합성 확보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타겟 고객 명확화: 핵심 고객층 정의 및 분석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54880" y="2011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가치 제안 검증: 고객 문제 해결 및 니즈 충족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2651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MVP 개발 및 반복적 개선: 최소 기능 제품 출시 후 피드백 반영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3291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지속적인 시장 조사: 경쟁 환경 분석 및 트렌드 파악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최고의 팀 빌딩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핵심 역량 중심 채용: 직무 전문성과 성장 가능성 고려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다양성 존중 및 협업 문화 조성: 시너지 창출 및 혁신 유도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명확한 역할 분담 및 책임 부여: 효율적인 업무 진행 및 동기 부여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지속적인 교육 및 성장 기회 제공: 팀원의 역량 강화 및 만족도 향상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유치 성공 전략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매력적인 사업 계획서 작성: 명확한 비전 및 성장 전략 제시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투자자와의 효과적인 커뮤니케이션: 설득력 있는 발표 및 질의응답 준비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기업 가치 극대화: 재무 건전성 확보 및 미래 성장 가능성 입증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지속적인 관계 관리: 투자자와의 신뢰 구축 및 장기적인 협력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GlowUS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스타트업 성공 전략</dc:title>
  <dc:subject>제품-시장 적합성, 팀 빌딩, 투자 유치</dc:subject>
  <dc:creator>GlowUS AI</dc:creator>
  <cp:lastModifiedBy>GlowUS AI</cp:lastModifiedBy>
  <cp:revision>1</cp:revision>
  <dcterms:created xsi:type="dcterms:W3CDTF">2025-12-29T07:30:14Z</dcterms:created>
  <dcterms:modified xsi:type="dcterms:W3CDTF">2025-12-29T07:30:14Z</dcterms:modified>
</cp:coreProperties>
</file>