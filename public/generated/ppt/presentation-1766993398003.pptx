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인공지능의 시대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미래를 형성하는 기술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4361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핵심 기술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딥러닝: 복잡한 패턴 인식 및 예측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자연어 처리: 인간과 컴퓨터 간의 소통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컴퓨터 비전: 이미지 및 영상 분석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놀라운 활용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헬스케어: 정밀 진단 및 맞춤형 치료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자율주행: 안전하고 효율적인 교통 시스템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창작: 새로운 예술 작품 및 콘텐츠 생성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윤리적 책임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데이터 편향성 문제 해결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일자리 감소에 대한 대비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AI의 투명성과 설명가능성 확보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가능한 AI 미래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D1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GlowUS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인공지능: 현재와 미래</dc:title>
  <dc:subject>AI의 혁신적인 발전과 윤리적 고려</dc:subject>
  <dc:creator>GlowUS AI</dc:creator>
  <cp:lastModifiedBy>GlowUS AI</cp:lastModifiedBy>
  <cp:revision>1</cp:revision>
  <dcterms:created xsi:type="dcterms:W3CDTF">2025-12-29T07:29:57Z</dcterms:created>
  <dcterms:modified xsi:type="dcterms:W3CDTF">2025-12-29T07:29:57Z</dcterms:modified>
</cp:coreProperties>
</file>